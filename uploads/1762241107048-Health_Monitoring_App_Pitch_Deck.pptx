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Monitoring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innovative mobile platform for real-time health tracking and personalized wellness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Millions of people struggle to monitor their daily health metrics and detect early signs of illness due to lack of continuous tracking and accessible tools.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Solution/Product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Health Monitoring App provides continuous tracking of vital signs, AI-driven health insights, and seamless doctor connectivity—all in one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global digital health market is projected to exceed $550 billion by 2028, driven by wearable devices and telemedicine demand.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Freemium model with premium features for detailed analytics and teleconsultations; partnership with healthcare providers and wearable manufacturers.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competitors include Apple Health, Fitbit, and Samsung Health. Our differentiation lies in AI-based predictive analytics and cross-platform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multidisciplinary team of software developers, data scientists, and healthcare professionals passionate about preventive care innovation.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50% annual growth with a break-even point in Year 3 through subscription and B2B partnerships.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$500,000 to enhance AI algorithms, expand marketing, and integrate with wearable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